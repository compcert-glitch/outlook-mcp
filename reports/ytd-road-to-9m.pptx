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816820</c:v>
                </c:pt>
                <c:pt idx="1">
                  <c:v>942513</c:v>
                </c:pt>
                <c:pt idx="2">
                  <c:v>1073518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822618</c:v>
                </c:pt>
                <c:pt idx="1">
                  <c:v>664828</c:v>
                </c:pt>
                <c:pt idx="2">
                  <c:v>847980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823994</c:v>
                </c:pt>
                <c:pt idx="1">
                  <c:v>851951</c:v>
                </c:pt>
                <c:pt idx="2">
                  <c:v>867492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2094578</c:v>
                </c:pt>
                <c:pt idx="1">
                  <c:v>2335426</c:v>
                </c:pt>
                <c:pt idx="2">
                  <c:v>1404165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2832851</c:v>
                </c:pt>
                <c:pt idx="1">
                  <c:v>2546143</c:v>
                </c:pt>
                <c:pt idx="2">
                  <c:v>2198809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Already 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191543</c:v>
                </c:pt>
                <c:pt idx="2">
                  <c:v>191543</c:v>
                </c:pt>
                <c:pt idx="3">
                  <c:v>191542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  <c:pt idx="3">
                  <c:v>822618</c:v>
                </c:pt>
                <c:pt idx="4">
                  <c:v>664828</c:v>
                </c:pt>
                <c:pt idx="5">
                  <c:v>847980</c:v>
                </c:pt>
                <c:pt idx="6">
                  <c:v>670538</c:v>
                </c:pt>
                <c:pt idx="7">
                  <c:v>487353</c:v>
                </c:pt>
                <c:pt idx="8">
                  <c:v>246274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reach £9m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574628</c:v>
                </c:pt>
                <c:pt idx="9">
                  <c:v>820902</c:v>
                </c:pt>
                <c:pt idx="10">
                  <c:v>820902</c:v>
                </c:pt>
                <c:pt idx="11">
                  <c:v>820902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where we stand for the year, &lt;break time="0.4s"/&gt; and what it takes to finish at nine million. &lt;break time="0.9s"/&gt; Five point eight eight million invoiced to the sixth of September. &lt;break time="0.6s"/&gt; Sixty five per cent of the way. &lt;break time="0.7s"/&gt; Three point one two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one. &lt;break time="0.6s"/&gt; We invoiced two point zero nine million against a target of two point eight three million. &lt;break time="0.7s"/&gt; Seventy four per cent. &lt;break time="0.6s"/&gt; Seven hundred and thirty eight thousand behind. &lt;break time="0.8s"/&gt; The deepest hole we dug all year.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two was much better. &lt;break time="0.6s"/&gt; Two point three four million against two point five five. &lt;break time="0.6s"/&gt; Ninety two per cent. &lt;break time="0.7s"/&gt; April was within two thousand pounds of target, &lt;break time="0.4s"/&gt; and June was our best month of the year at eight hundred and forty eight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three quarters side by side. &lt;break time="0.7s"/&gt; Seventy four per cent, &lt;break time="0.4s"/&gt; then ninety two, &lt;break time="0.4s"/&gt; then sixty four. &lt;break time="0.8s"/&gt; We recovered in quarter two and then gave it back in July and August. &lt;break time="0.7s"/&gt; Those two months together came in at just over half of target.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 is the position. &lt;break time="0.6s"/&gt; Five point eight eight million banked, &lt;break time="0.5s"/&gt; three point one two million to go. &lt;break time="0.8s"/&gt; We have averaged seven hundred and four thousand a month. &lt;break time="0.6s"/&gt; We need eight hundred and twenty one thousand. &lt;break time="0.8s"/&gt; That is a sixteen per cent uplift. &lt;break time="0.5s"/&gt; Not a different business. &lt;break time="0.4s"/&gt; Sixteen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September is the last month of quarter three. &lt;break time="0.7s"/&gt; It needs eight hundred and twenty one thousand. &lt;break time="0.6s"/&gt; Two hundred and forty six thousand is already banked from week one. &lt;break time="0.7s"/&gt; That leaves five hundred and seventy five thousand across the three weeks left. &lt;break time="0.7s"/&gt; One hundred and ninety two thousand a week. &lt;break time="0.6s"/&gt; We beat that pace last week.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year in one picture. &lt;break time="0.7s"/&gt; Teal is what we have invoiced. &lt;break time="0.5s"/&gt; Gold is what is still required. &lt;break time="0.8s"/&gt; Eight hundred and twenty one thousand a month, &lt;break time="0.4s"/&gt; for four months. &lt;break time="0.8s"/&gt; Our best month this year was June, &lt;break time="0.4s"/&gt; at eight hundred and forty eight thousand. &lt;break time="0.7s"/&gt; So we need a June. &lt;break time="0.5s"/&gt; Four times over.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shared. &lt;break time="0.8s"/&gt; For every two hundred thousand pounds over nine million, &lt;break time="0.5s"/&gt; five thousand pounds each. &lt;break time="0.9s"/&gt; Nine point two million is five thousand. &lt;break time="0.5s"/&gt; Nine point six is fifteen. &lt;break time="0.6s"/&gt; And ten million &lt;break time="0.4s"/&gt; is twenty five thousand pounds each. &lt;break time="1s"/&gt;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a sixteen per cent uplift. &lt;break time="0.6s"/&gt; Ten million needs fifty four per cent, &lt;break time="0.5s"/&gt; above the best month we have had. &lt;break time="0.8s"/&gt; It is a stretch. &lt;break time="0.4s"/&gt; It is not impossible. &lt;break time="0.7s"/&gt; But only if quarter four looks nothing like July and August.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one and quarter two reviewed  ·  one month of quarter three left  ·  what the rest of the year must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6 September — 65%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£3.12m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remaining 3.8 months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year-to-date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ONE  ·  JANUARY TO MARCH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slow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finished £738,273 behind target. It is the deepest hole we dug all year, and it still shapes the year-end position.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£2.09m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£2.83m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TWO  ·  APRIL TO JUNE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recovery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came in at 91.7% of target — a 17.8 point improvement on Q1, and April and June were both close to par.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£2.34m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£2.55m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months, quarter by quarter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nearly held par. Q3 has been the weakest stretch of the year — July and August together came in at 53% of target.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ACHIEVED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ACHIEVED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SO FAR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63.9%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 of £9m, with 3.8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five per cent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247263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£5.88m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51935" y="22860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£3.12m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65.3%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£704,287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MONTH OF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September has to deliver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needs £820,902. £246,274 is already banked from week one, which leaves £574,628 across the three weeks that remain.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957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700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7490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9502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BANKED, WEEK 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2245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51206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3218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WEEK, W2–W4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961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£191,543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months at £820,902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we have to clear every month from here. Our best month this year was June at £847,980 — so this is a June, four times over.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MONTH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£847,980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15968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 EACH MONTH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83296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9328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OUR BEST MONTH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39328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£27,078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million is the goal. Everything above it is shared —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103120" cy="228600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487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07208" y="2286000"/>
            <a:ext cx="2103120" cy="228600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90088" y="2487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44368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65776" y="2286000"/>
            <a:ext cx="2103120" cy="228600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48656" y="2487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02936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248656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24344" y="2286000"/>
            <a:ext cx="2103120" cy="228600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07224" y="2487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461504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07224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82912" y="2286000"/>
            <a:ext cx="2103120" cy="228600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65792" y="2487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3017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765792" y="3794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720072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to aim at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twenty five thousand pounds each. That is one million pounds of fee income above the goal — and roughly a June, four times over, plus a little more.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applies per team manager. Confirm eligibility, the payment date, and whether the trigger is invoiced fees or cash collected, before this is announced beyond this room.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pounds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£1,084,060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54% uplift — and 28%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each, if we get there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Q1 habits — that quarter cost us £738,273 and we never got it back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2026-09-06T10:44:50Z</dcterms:created>
  <dcterms:modified xsi:type="dcterms:W3CDTF">2026-09-06T10:44:50Z</dcterms:modified>
</cp:coreProperties>
</file>